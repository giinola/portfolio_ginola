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consolata" pitchFamily="1" charset="0"/>
      <p:regular r:id="rId17"/>
    </p:embeddedFont>
    <p:embeddedFont>
      <p:font typeface="Montserrat Black" panose="00000A00000000000000" pitchFamily="2" charset="0"/>
      <p:regular r:id="rId18"/>
      <p:bold r:id="rId19"/>
    </p:embeddedFont>
    <p:embeddedFont>
      <p:font typeface="Montserrat Light" panose="00000400000000000000" pitchFamily="2" charset="0"/>
      <p:regular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10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6020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Site Web Supercars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Présentation d'un projet scolaire de développement web dédié aux voitures de luxe et sportives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88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Vision du Projet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7810"/>
            <a:ext cx="3664744" cy="2410897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28224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Découverte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202662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Exploration immersive des modèles de voitures de luxe avec descriptions détaillées et galeries photos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477810"/>
            <a:ext cx="3664863" cy="2410897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782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Essais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20266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Système de réservation simplifié pour demander des essais de conduite personnalisés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403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Accès complet aux services de maintenance, réparation et vente de pièces détachées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64595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 Modernes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26644"/>
            <a:ext cx="3579852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Stack Technique Complet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74280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HTML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: Structure et contenu des pages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CSS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: Design moderne avec palette sombre élégante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JavaScript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: Interactivité et validation temps réel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34611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PHP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: Backend robuste et gestion base de données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59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Expérience Utilisateur Optimisée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308527" y="2502337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1364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0653" y="26483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Page d'Accueil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30653" y="3138726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Point d'entrée élégant avec aperçu des véhicules et navigation intuitive vers toutes les sections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308527" y="4306848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31815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30653" y="44528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Demande d'Essai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130653" y="494323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Formulaire simple permettant de choisir le modèle, la date et de planifier l'essai personnalisé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308527" y="6111359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6122670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0653" y="6257330"/>
            <a:ext cx="3144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Catalogue Véhicules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130653" y="6747748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Exploration détaillée des modèles avec caractéristiques techniques, prix et galeries photos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19393"/>
            <a:ext cx="7939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Fonctionnalités Avancées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68334"/>
            <a:ext cx="6521410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39282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Maintenance, réparation et pièces détachées pour un suivi complet après-vente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68334"/>
            <a:ext cx="6521410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201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Contact Direct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542014" y="639282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Formulaire de contact intégré avec coordonnées et plan de localisation interactif</a:t>
            </a:r>
            <a:endParaRPr lang="en-US" sz="175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8D05D3-3558-461A-9FCC-5FC2AE84BE9A}"/>
              </a:ext>
            </a:extLst>
          </p:cNvPr>
          <p:cNvSpPr txBox="1"/>
          <p:nvPr/>
        </p:nvSpPr>
        <p:spPr>
          <a:xfrm>
            <a:off x="1020604" y="5906102"/>
            <a:ext cx="7315200" cy="42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Contact Direct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40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Gestion Sécurisée des Utilisateurs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88594"/>
            <a:ext cx="32936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Inscription Simplifiée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6973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Création de compte avec informations essentielles : nom, email et mot de passe pour un accès personnalisé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988594"/>
            <a:ext cx="3224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Connexion Sécurisée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56973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Accès à l'espace personnel pour gérer les demandes, consulter l'historique et sauvegarder les préférences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102991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Méthodologie de Développement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1482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Analyse des Besoins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Définition précise des fonctionnalités et objectifs du projet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3251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Conception Interface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 moderne et navigation fluide centrés sur l'expérience utilisateur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Développement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Implémentation frontend et backend avec technologies web modernes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Tests Qualité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Validation complète des fonctionnalités et formulaires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745" y="340876"/>
            <a:ext cx="4398288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 des Données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079" y="976074"/>
            <a:ext cx="10322123" cy="9682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840" y="2588888"/>
            <a:ext cx="3096603" cy="38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670237" y="8007943"/>
            <a:ext cx="3096603" cy="387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Utilisateur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863442" y="8007943"/>
            <a:ext cx="3096602" cy="387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Voiture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409496" y="5040365"/>
            <a:ext cx="2069563" cy="38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Contact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51223" y="4846827"/>
            <a:ext cx="2069562" cy="77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31947" y="7620867"/>
            <a:ext cx="1166386" cy="116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Demande d'Essai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02922" y="6072566"/>
            <a:ext cx="1424437" cy="38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Relation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33745" y="10797540"/>
            <a:ext cx="1376291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 relationnelle optimisée pour gérer utilisateurs, véhicules, demandes d'essais et services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94" y="1046798"/>
            <a:ext cx="684728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Résultats et Réalisations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494" y="1990844"/>
            <a:ext cx="3755469" cy="2980015"/>
          </a:xfrm>
          <a:prstGeom prst="roundRect">
            <a:avLst>
              <a:gd name="adj" fmla="val 30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6187" y="220253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926187" y="30189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Interface Réussie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26187" y="3460194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 moderne et navigation intuitive parfaitement adaptés au secteur automobile de luxe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74037" y="1990844"/>
            <a:ext cx="3755469" cy="2980015"/>
          </a:xfrm>
          <a:prstGeom prst="roundRect">
            <a:avLst>
              <a:gd name="adj" fmla="val 30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85730" y="220253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4885730" y="3018949"/>
            <a:ext cx="333208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Fonctionnalités Complètes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885730" y="3779044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Système complet d'essais, gestion utilisateurs et services intégrés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4494" y="5174932"/>
            <a:ext cx="7715012" cy="2007751"/>
          </a:xfrm>
          <a:prstGeom prst="roundRect">
            <a:avLst>
              <a:gd name="adj" fmla="val 45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26187" y="538662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926187" y="6203037"/>
            <a:ext cx="334482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 Maîtrisées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26187" y="6644283"/>
            <a:ext cx="729162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Application réussie des compétences en HTML, CSS, JavaScript et PHP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45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Perspectives et Évolutions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377737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 projet Supercars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démontre l'application concrète des technologies web dans un domaine professionnel, créant une plateforme fonctionnelle pour l'industrie automobile de luxe.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522226"/>
            <a:ext cx="30480" cy="1599009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537638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Prochaines étapes : optimisation mobile, système de paiement en ligne et plateforme d'avis clients pour enrichir l'expérience utilisateur.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385</Words>
  <Application>Microsoft Office PowerPoint</Application>
  <PresentationFormat>Personnalisé</PresentationFormat>
  <Paragraphs>74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Calibri</vt:lpstr>
      <vt:lpstr>Inconsolata</vt:lpstr>
      <vt:lpstr>Montserrat Black</vt:lpstr>
      <vt:lpstr>Arial</vt:lpstr>
      <vt:lpstr>Montserrat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Ginola</dc:creator>
  <cp:lastModifiedBy>Benja Manjaka Ginola ANDRIANAMBININTSOA</cp:lastModifiedBy>
  <cp:revision>3</cp:revision>
  <dcterms:created xsi:type="dcterms:W3CDTF">2025-09-25T19:02:28Z</dcterms:created>
  <dcterms:modified xsi:type="dcterms:W3CDTF">2025-11-06T05:04:04Z</dcterms:modified>
</cp:coreProperties>
</file>